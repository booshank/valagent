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256032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VAL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803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D9F3F3"/>
                </a:solidFill>
                <a:latin typeface="Calibri"/>
              </a:rPr>
              <a:t>Synthetic Contract Intelligence
Tool-Layer POC — Architecture &amp; Process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99669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Current: Streamlit → Flask /api/messages → LangChain or offline router → FastMCP tools → synthetic Gold data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Future: Streamlit/Teams → Azure AI Foundry Agent → same MCP/API tools → LinkSquares later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Not Azure AI Foundry-first today · Invoice/actual-spend systems are out of scope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1. Current vs Future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Keep the tool layer stable; swap the cognitive host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577840" cy="475488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1F33"/>
                </a:solidFill>
                <a:latin typeface="Calibri"/>
              </a:rPr>
              <a:t>CURRENT — Tool-Layer POC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Streamlit UI
→ Flask POST /api/messages
→ LangChain AgentExecutor
   or offline cognitive router
→ FastMCP tool server
→ ContractRepository
→ Synthetic Gold fixtures
   (Fabric SQL / AI Search later)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577840" cy="47548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1F33"/>
                </a:solidFill>
                <a:latin typeface="Calibri"/>
              </a:rPr>
              <a:t>FUTURE — Foundry-hosted agent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Streamlit or Teams UI
→ Azure AI Foundry Agent
→ Same MCP / API tools
→ ContractRepository
→ Synthetic contract data now
→ LinkSquares / CLM later
→ Grounded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2. Tool-Layer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Three layers + replaceable ContractRepository + invoice OOS guardrail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143000"/>
            <a:ext cx="11521440" cy="105156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Layer 1 — Validation UI (test_ui)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Streamlit Bot Framework harness → COPILOT_MESSAGES_URL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331720"/>
            <a:ext cx="11521440" cy="155448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Layer 2 — Cognitive Routing (copilot_agent)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Flask /api/messages · LangChain AzureChatOpenAI / offline_router · SYSTEM_PROMPT · invoice OOS hard-match before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4023360"/>
            <a:ext cx="11521440" cy="21031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Layer 3 — Data Retrieval (mcp_server)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ContractRepository → FabricContractRepository (synthetic Gold today)
Tools: search_contracts · get_contract_profile · find_overlaps · explain_contract_risk · compare_contracts · check_missing_contract_fields · get_expiring_contracts · get_vendor_spend_summary · search_cloud_blob_contracts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3. End-to-End Request Process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Deterministic offline path used for demo reliability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554480"/>
            <a:ext cx="2148840" cy="128016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1. User prompt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Streamlit chat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148840" cy="128016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2. Invoice OOS?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Hard refuse if invoice/AP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83480" y="1554480"/>
            <a:ext cx="2148840" cy="128016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3. Route intent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offline_router / LLM tools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2148840" cy="128016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4. MCP tools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ContractRepository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1554480"/>
            <a:ext cx="2148840" cy="128016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5. Markdown reply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Grounded sections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31720" y="2103120"/>
            <a:ext cx="27432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663440" y="2103120"/>
            <a:ext cx="27432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6995160" y="2103120"/>
            <a:ext cx="27432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9326880" y="2103120"/>
            <a:ext cx="27432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3200400"/>
            <a:ext cx="11430000" cy="28346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Intent → primary tool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Show contracts for vendor → search_contracts
Details for CON-0002 → get_contract_profile
Overlapping contracts → find_overlaps
Unusual payment / high rates → explain_contract_risk
Compare CON-0001 vs CON-0002 → compare_contracts
Need action next 90 days → get_expiring_contracts
Missing renewal info → check_missing_contract_fields
Invoice spend also? → exact OOS refusal (no tools)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4. ContractRepository Abstraction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Data source is replaceable without changing tool contracts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57600" cy="475488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1F33"/>
                </a:solidFill>
                <a:latin typeface="Calibri"/>
              </a:rPr>
              <a:t>ContractRepository</a:t>
            </a:r>
          </a:p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list_all()
get_by_id(contract_id)
search(filters)
get_by_vendor(vendor)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97680" y="3383280"/>
            <a:ext cx="457200" cy="25603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37760" y="1280160"/>
            <a:ext cx="3291840" cy="21031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Today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FabricContractRepository
→ Gold_Vendor_Contracts
→ offline fixtures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3657600"/>
            <a:ext cx="3291840" cy="237744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Later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LinkSquares / CLM adapter
same tool signatures
same snake_case projections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280160"/>
            <a:ext cx="3200400" cy="475488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Consumers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search_contracts
get_contract_profile
find_overlaps
explain_contract_risk
compare / missing / expiring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5. Structured Intelligence Tools (P0/P1)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Grounded metadata tools — not document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search_contracts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Vendor/BU/status/type filters
Stable snake_case catalog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18872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get_contract_profile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One contract_id profile
+ missing_fields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18872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find_overlaps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Same-vendor date overlaps
contract_a/b + window + why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65760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explain_contract_risk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known_facts vs computed_risks
missing_data + review 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65760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Invoice OOS guardrail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Exact refusal before tools
Never treat ACV as invoices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65760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Demo fixtures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LinkSquares 100 contracts
Microsoft/AWS overlaps &amp; Net 180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6. Overlap &amp; Risk Explanation Process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Separate facts from computed risks — no invented findings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3657600" cy="475488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find_overlaps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1. Load contracts via repository
2. Group by vendor
3. Prefer OverlapFlag=Yes pairs
4. Emit overlap_start/end
5. why_flagged + source
Demo: CON-0024 ∩ CON-0029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280160"/>
            <a:ext cx="3657600" cy="47548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explain_contract_risk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Flags only if data supports:
• missing renewal
• missing rate card
• expiring soon
• Net 90+ terms
• high ACV outlier
• high supplier risk
• overlapping contract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280160"/>
            <a:ext cx="3566160" cy="475488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Response sections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known_facts
computed_risks
missing_data
recommended_review_action
source
Never invent unsupported 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7. Full MCP Tool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fabric_data FastMCP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486400" cy="43891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Structured / analytics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search_contracts
get_contract_profile
find_overlaps
explain_contract_risk
compare_contracts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280160"/>
            <a:ext cx="5394960" cy="438912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Commercial / docs / health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check_missing_contract_fields
get_expiring_contracts
get_vendor_spend_summary (ACV rollup only)
search_cloud_blob_contracts (docs)
fabric_health_check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8. Optional Future — Azure AI Foundry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deploy_to_foundry.py is optional; current POC does not require Foundry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2103120" cy="201168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Root .env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AZURE_FOUNDRY_ CONNECTION_STRING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0"/>
            <a:ext cx="2103120" cy="201168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Entra auth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DefaultAzureCredential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828800"/>
            <a:ext cx="2103120" cy="201168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Wrap tools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FunctionTool ToolSet (7 MCP tools)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828800"/>
            <a:ext cx="2103120" cy="201168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create_agent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SYSTEM_PROMPT + OOS guardrail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1828800"/>
            <a:ext cx="2103120" cy="2011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Future host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Teams / Foundry UI same tool contracts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14600" y="274320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892040" y="274320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269480" y="274320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9646920" y="274320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11247120" cy="164592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Deploy script ToolSet (aligned with POC structured surface)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search_contracts · get_contract_profile · get_expiring_contracts · get_vendor_spend_summary · find_overlaps · explain_contract_risk · search_cloud_blob_contracts
Current demos still use Flask + FastMCP locally; Foundry is optional hosting for the same tools.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9. Demo-Ready Slice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Reliable · safe · synthetic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B91C1C"/>
                </a:solidFill>
                <a:latin typeface="Calibri"/>
              </a:rPr>
              <a:t>Safe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14300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Invoice/AP/JDE/NetSuite asks → exact OOS refusal; ACV never labeled as invoices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0312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47857"/>
                </a:solidFill>
                <a:latin typeface="Calibri"/>
              </a:rPr>
              <a:t>Structured tools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10312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search / profile / overlaps / risk via ContractRepository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6324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E6B6B"/>
                </a:solidFill>
                <a:latin typeface="Calibri"/>
              </a:rPr>
              <a:t>Deterministic demo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306324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LinkSquares CON-* fixtures + docs/demo_script.md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6D28D9"/>
                </a:solidFill>
                <a:latin typeface="Calibri"/>
              </a:rPr>
              <a:t>Replaceable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402336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ContractRepository ready for LinkSquares later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8348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B45309"/>
                </a:solidFill>
                <a:latin typeface="Calibri"/>
              </a:rPr>
              <a:t>Foundry optional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498348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Current runtime is Flask+LangChain/offline router, not Foundry-first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